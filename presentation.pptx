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C6898-B6AD-455A-9A19-3FE7E4348739}" v="6" dt="2026-10-02T08:37:50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 Prathyush Kumar" userId="5e7e5e81373a1b4d" providerId="Windows Live" clId="Web-{BD7C6898-B6AD-455A-9A19-3FE7E4348739}"/>
    <pc:docChg chg="addSld modSld">
      <pc:chgData name="P Prathyush Kumar" userId="5e7e5e81373a1b4d" providerId="Windows Live" clId="Web-{BD7C6898-B6AD-455A-9A19-3FE7E4348739}" dt="2026-10-02T08:37:50.455" v="5" actId="1076"/>
      <pc:docMkLst>
        <pc:docMk/>
      </pc:docMkLst>
      <pc:sldChg chg="modSp">
        <pc:chgData name="P Prathyush Kumar" userId="5e7e5e81373a1b4d" providerId="Windows Live" clId="Web-{BD7C6898-B6AD-455A-9A19-3FE7E4348739}" dt="2026-10-02T08:37:40.767" v="1" actId="1076"/>
        <pc:sldMkLst>
          <pc:docMk/>
          <pc:sldMk cId="2898380180" sldId="256"/>
        </pc:sldMkLst>
        <pc:picChg chg="mod">
          <ac:chgData name="P Prathyush Kumar" userId="5e7e5e81373a1b4d" providerId="Windows Live" clId="Web-{BD7C6898-B6AD-455A-9A19-3FE7E4348739}" dt="2026-10-02T08:37:40.767" v="1" actId="1076"/>
          <ac:picMkLst>
            <pc:docMk/>
            <pc:sldMk cId="2898380180" sldId="256"/>
            <ac:picMk id="11" creationId="{9B7B3AD3-52E2-4064-E6BC-36A67E07B183}"/>
          </ac:picMkLst>
        </pc:picChg>
      </pc:sldChg>
      <pc:sldChg chg="addSp delSp modSp new">
        <pc:chgData name="P Prathyush Kumar" userId="5e7e5e81373a1b4d" providerId="Windows Live" clId="Web-{BD7C6898-B6AD-455A-9A19-3FE7E4348739}" dt="2026-10-02T08:37:50.455" v="5" actId="1076"/>
        <pc:sldMkLst>
          <pc:docMk/>
          <pc:sldMk cId="2527892834" sldId="257"/>
        </pc:sldMkLst>
        <pc:spChg chg="del">
          <ac:chgData name="P Prathyush Kumar" userId="5e7e5e81373a1b4d" providerId="Windows Live" clId="Web-{BD7C6898-B6AD-455A-9A19-3FE7E4348739}" dt="2026-10-02T08:37:45.705" v="3"/>
          <ac:spMkLst>
            <pc:docMk/>
            <pc:sldMk cId="2527892834" sldId="257"/>
            <ac:spMk id="2" creationId="{6579FBFA-FE35-708C-9D7D-D5618FD745A0}"/>
          </ac:spMkLst>
        </pc:spChg>
        <pc:spChg chg="del">
          <ac:chgData name="P Prathyush Kumar" userId="5e7e5e81373a1b4d" providerId="Windows Live" clId="Web-{BD7C6898-B6AD-455A-9A19-3FE7E4348739}" dt="2026-10-02T08:37:45.705" v="2"/>
          <ac:spMkLst>
            <pc:docMk/>
            <pc:sldMk cId="2527892834" sldId="257"/>
            <ac:spMk id="3" creationId="{E8426DD7-BD0F-D4C1-C26D-00ABB1824666}"/>
          </ac:spMkLst>
        </pc:spChg>
        <pc:picChg chg="add mod">
          <ac:chgData name="P Prathyush Kumar" userId="5e7e5e81373a1b4d" providerId="Windows Live" clId="Web-{BD7C6898-B6AD-455A-9A19-3FE7E4348739}" dt="2026-10-02T08:37:50.455" v="5" actId="1076"/>
          <ac:picMkLst>
            <pc:docMk/>
            <pc:sldMk cId="2527892834" sldId="257"/>
            <ac:picMk id="5" creationId="{03A011B4-60F5-C997-B139-4B921F308E3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5C0D-E5AB-BE62-1CCD-CB4CB795E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2F402-527C-20A4-A82E-E18329D75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2B471-3B35-F33D-E8BA-3930A569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BAD10-5C5A-7168-67C0-0A2DAFDC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612D3-A0AB-334C-0155-D1C98337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05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5FF4-4764-AA1A-3603-CE82770B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02AAB-D133-436F-6E63-2D8496D62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BF3A2-F7C3-DFD8-D0C3-E2469742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77E42-A253-D90C-291F-65C74CB21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053BE-7ED1-3B1E-5459-48B22BFE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87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64A7-9072-4F1E-637B-49BE12CF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7E660-6212-B539-F317-B56917A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3F6BF-6EF2-1961-AB3A-8B775EE7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B0703-4105-C6A5-363D-1BAF0EF1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9EEFF-170F-3081-5E49-2D85C766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85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57A9-C507-EAB6-D220-E72D2EE7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BD5C-E155-4BF9-A73B-2CDD871F6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F3A11-6302-9D05-8F5E-44EF997C4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AB372-36E9-57D3-52BD-478D5A31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64B77-2DFE-D76B-F98D-4AA47A13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19B08-DC20-3CAA-06DE-BB6EDF62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97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1DF0-FEA6-C81D-6859-D136E1C9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6D50D-0E9D-7443-475F-681B2B160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076D7-262E-4574-2F88-8F94FC88A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E9FF7-2DC0-F05B-7888-0557806BC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437326-2A19-652B-83B5-1B9F84D68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BF9F1-B13B-CF6F-E5FE-A814558B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DDC51-A7EE-05E2-6F4B-4CCC2995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C06EC-55F4-5C98-F1B9-DE20B6E6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10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16C6-5DB4-8693-5EFA-077D89BD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9E1A5-69EF-41B4-737E-B4E7391F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93FE3-5C5D-5F89-3C06-E80DBCB8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5B6E8-B4AE-3F9C-36B4-DB411C40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87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C9983-EEA0-B34E-1B79-052B52FE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13B8E-DBDB-4F0A-56B0-144FB30D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8A919-7F6E-2556-BD5F-2099DD28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096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4D24-CAED-0829-5B71-6827F8B24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9D86A-A68A-7DC6-EED5-428431E02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8F694-AA31-59DF-8DAB-CAC358171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7E173-C48F-0476-7554-DBD93CAF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A7461-57FB-7F87-4A73-069E55F4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D08B8-7CB5-09FC-2ACA-2D3D7CCE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95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B831-119D-9930-6698-EE0520FB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A5CEE1-FA78-8A54-1D28-9A91322E1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7B9B6-7A78-8710-CA81-9548EF98B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6B292-E28F-8D2D-B879-7CDC3CB9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04D34-1485-81C6-BE21-CCFA3EF5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8E830-012B-12F1-2EB0-801E9A74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69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121-5EFF-6D6F-107D-ED2498597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0CB95-795E-B79A-FDCD-24E9DDF98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593AF-7016-1A3F-99D6-1E44CABC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D3A88-4380-5224-5CDF-6E3CDFC7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BF0C9-D460-E5E6-26C7-FA35D4D6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41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9F012-772F-2BA1-4BEE-1004C1678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A2C6B-26B2-39C5-CB24-2E8746112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E811-4C0A-F768-FC16-85A47D85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493CA-0B5F-1291-D49A-6EE882E83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70C2-2B3D-6B1E-C1C1-25B10D1B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21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576DD7-D339-4EB8-2214-C616D5C92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1135E-3D85-CBDB-9C96-203133FC4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7CF04-905B-B886-C6BE-4F25BBAC3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F9326-B19A-4973-97A3-765A509B228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8F4C7-0639-A9A4-9EBE-734F663D2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0F856-35DF-D6EF-9292-473D553B3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973CC-2859-43E7-B333-8F9213ECB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35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B7B3AD3-52E2-4064-E6BC-36A67E07B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07" y="352425"/>
            <a:ext cx="4699000" cy="469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E2341D-AEC5-4595-D67A-8CA22A251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132" y="558800"/>
            <a:ext cx="5986213" cy="42841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8F645C-6F09-6DB2-B7C6-54187A798356}"/>
              </a:ext>
            </a:extLst>
          </p:cNvPr>
          <p:cNvSpPr txBox="1"/>
          <p:nvPr/>
        </p:nvSpPr>
        <p:spPr>
          <a:xfrm>
            <a:off x="4021669" y="4842933"/>
            <a:ext cx="5359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TEMI PPT TESTING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89838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smile&#10;&#10;AI-generated content may be incorrect.">
            <a:extLst>
              <a:ext uri="{FF2B5EF4-FFF2-40B4-BE49-F238E27FC236}">
                <a16:creationId xmlns:a16="http://schemas.microsoft.com/office/drawing/2014/main" id="{03A011B4-60F5-C997-B139-4B921F308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611" y="827295"/>
            <a:ext cx="46990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89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PRATHYUSH KUMAR</dc:creator>
  <cp:lastModifiedBy>P PRATHYUSH KUMAR</cp:lastModifiedBy>
  <cp:revision>4</cp:revision>
  <dcterms:created xsi:type="dcterms:W3CDTF">2026-09-23T10:09:47Z</dcterms:created>
  <dcterms:modified xsi:type="dcterms:W3CDTF">2026-10-02T08:37:51Z</dcterms:modified>
</cp:coreProperties>
</file>